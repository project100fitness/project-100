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100 Marketing Slider V2.0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 lb of muscle. Below 15% body fat. At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comeback, in five eras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equation runs the whole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vectors. Every one has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interactions decide the risk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dose sits beside its limit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labs can lie. Three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day, anchored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 the hardware you have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Fuel after cholecystectomy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pill records, all audited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Symptoms outrank the schedule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claim carries its evidence 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encyclopedia. Everything else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doors on project100.fit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V2.0 monitoring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excavation continues.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100 Marketing Slider V2.0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